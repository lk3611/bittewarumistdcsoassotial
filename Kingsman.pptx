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18EC0-5537-40CD-9EF5-D40096F20B12}" type="datetimeFigureOut">
              <a:rPr lang="de-DE" smtClean="0"/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0071-586C-410D-A9C7-603B581AB8DA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lienbildplatzhalt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platzhalt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de-DE"/>
          </a:p>
          <a:p>
            <a:r>
              <a:rPr lang="en-US" altLang="de-DE"/>
              <a:t>Je vous pr</a:t>
            </a:r>
            <a:r>
              <a:rPr lang="en-US" altLang="en-US"/>
              <a:t>é</a:t>
            </a:r>
            <a:r>
              <a:rPr lang="en-US" altLang="de-DE"/>
              <a:t>sente mon film pr</a:t>
            </a:r>
            <a:r>
              <a:rPr lang="en-US" altLang="en-US"/>
              <a:t>é</a:t>
            </a:r>
            <a:r>
              <a:rPr lang="en-US" altLang="de-DE"/>
              <a:t>f</a:t>
            </a:r>
            <a:r>
              <a:rPr lang="en-US" altLang="en-US"/>
              <a:t>é</a:t>
            </a:r>
            <a:r>
              <a:rPr lang="en-US" altLang="de-DE"/>
              <a:t>r</a:t>
            </a:r>
            <a:r>
              <a:rPr lang="en-US" altLang="en-US"/>
              <a:t>é</a:t>
            </a:r>
            <a:r>
              <a:rPr lang="de-DE" altLang="en-US">
                <a:latin typeface="Calibri" panose="020F0502020204030204" charset="0"/>
              </a:rPr>
              <a:t>: Kingsman the secret service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decider.com/wp-content/uploads/2017/09/kingsman-sex-joke.jpg?quality=75&amp;strip=all&amp;w=1156" TargetMode="External"/><Relationship Id="rId3" Type="http://schemas.openxmlformats.org/officeDocument/2006/relationships/hyperlink" Target="https://pop-verse.com/wp-content/uploads/2015/01/kingsman-online-exclusive-4-1.jpg" TargetMode="External"/><Relationship Id="rId2" Type="http://schemas.openxmlformats.org/officeDocument/2006/relationships/hyperlink" Target="data:image/jpeg;base64,/9j/4AAQSkZJRgABAQAAAQABAAD/2wCEAAkGBxMTEhUTExMVFhUXGBgXFxcXGBgYGBgXGBgXGhUYFxoYHSggGBolHRcXITEhJSkrLi4uFx8zODMtNygtLisBCgoKDg0OGxAQGy0lHyUtLS0tLS0tLS0tLS0tKy0tLS0tLS0tLS0tLS0tLS0tLS0tLS0tLS0tLS0tLS0tLS0tLf/AABEIAJEBXAMBIgACEQEDEQH/x" TargetMode="External"/><Relationship Id="rId1" Type="http://schemas.openxmlformats.org/officeDocument/2006/relationships/hyperlink" Target="https://disney.images.edge.bamgrid.com/ripcut-delivery/v2/variant/disney/59b179e0-f29e-482f-a6f8-c08c4d059761/compose?aspectRatio=1.78&amp;format=webp&amp;width=12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de-DE" altLang="en-US"/>
              <a:t>Kingsman: The Secret Service</a:t>
            </a:r>
            <a:endParaRPr lang="de-DE" alt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de-DE" altLang="en-US"/>
          </a:p>
        </p:txBody>
      </p:sp>
      <p:pic>
        <p:nvPicPr>
          <p:cNvPr id="5" name="Bild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86260" cy="685800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11629390" y="-8890"/>
            <a:ext cx="710565" cy="6866890"/>
          </a:xfrm>
          <a:prstGeom prst="rect">
            <a:avLst/>
          </a:prstGeom>
          <a:solidFill>
            <a:srgbClr val="FFFD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de-DE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de-DE" alt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de-DE" altLang="en-US"/>
          </a:p>
        </p:txBody>
      </p:sp>
      <p:pic>
        <p:nvPicPr>
          <p:cNvPr id="4" name="Bild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97230"/>
            <a:ext cx="12192000" cy="5082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de-DE" alt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de-DE" altLang="en-US"/>
          </a:p>
        </p:txBody>
      </p:sp>
      <p:pic>
        <p:nvPicPr>
          <p:cNvPr id="4" name="Bild 3"/>
          <p:cNvPicPr/>
          <p:nvPr/>
        </p:nvPicPr>
        <p:blipFill>
          <a:blip r:embed="rId1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de-DE" alt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de-DE" altLang="en-US"/>
          </a:p>
        </p:txBody>
      </p:sp>
      <p:pic>
        <p:nvPicPr>
          <p:cNvPr id="4" name="Bild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7884" y="0"/>
            <a:ext cx="102825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 altLang="de-DE"/>
            </a:br>
            <a:r>
              <a:rPr lang="en-US" altLang="de-DE"/>
              <a:t>sources</a:t>
            </a:r>
            <a:endParaRPr lang="en-US" alt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hlinkClick r:id="rId1" tooltip="" action="ppaction://hlinkfile"/>
              </a:rPr>
              <a:t>Folie 1</a:t>
            </a:r>
            <a:endParaRPr lang="de-DE" altLang="en-US">
              <a:latin typeface="Calibri" panose="020F0502020204030204" charset="0"/>
              <a:hlinkClick r:id="rId1" tooltip="" action="ppaction://hlinkfile"/>
            </a:endParaRPr>
          </a:p>
          <a:p>
            <a:r>
              <a:rPr lang="de-DE" altLang="en-US">
                <a:latin typeface="Calibri" panose="020F0502020204030204" charset="0"/>
                <a:hlinkClick r:id="rId2" tooltip="" action="ppaction://hlinkfile"/>
              </a:rPr>
              <a:t>Folie 2</a:t>
            </a:r>
            <a:endParaRPr lang="de-DE" altLang="en-US">
              <a:latin typeface="Calibri" panose="020F0502020204030204" charset="0"/>
              <a:hlinkClick r:id="rId2" tooltip="" action="ppaction://hlinkfile"/>
            </a:endParaRPr>
          </a:p>
          <a:p>
            <a:r>
              <a:rPr lang="de-DE" altLang="en-US">
                <a:latin typeface="Calibri" panose="020F0502020204030204" charset="0"/>
                <a:hlinkClick r:id="rId3" tooltip="" action="ppaction://hlinkfile"/>
              </a:rPr>
              <a:t>Folie 3</a:t>
            </a:r>
            <a:endParaRPr lang="de-DE" altLang="en-US">
              <a:latin typeface="Calibri" panose="020F0502020204030204" charset="0"/>
              <a:hlinkClick r:id="rId3" tooltip="" action="ppaction://hlinkfile"/>
            </a:endParaRPr>
          </a:p>
          <a:p>
            <a:r>
              <a:rPr lang="de-DE" altLang="en-US">
                <a:latin typeface="Calibri" panose="020F0502020204030204" charset="0"/>
                <a:hlinkClick r:id="rId4" tooltip="" action="ppaction://hlinkfile"/>
              </a:rPr>
              <a:t>Folie 4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Presentation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Desktop</dc:creator>
  <cp:lastModifiedBy>Desktop</cp:lastModifiedBy>
  <cp:revision>3</cp:revision>
  <dcterms:created xsi:type="dcterms:W3CDTF">2025-07-23T00:59:00Z</dcterms:created>
  <dcterms:modified xsi:type="dcterms:W3CDTF">2026-03-15T10:49:41Z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68C0E7D253C5444A8E0A2F63314EF6C4_11</vt:lpwstr>
  </property>
  <property fmtid="{D5CDD505-2E9C-101B-9397-08002B2CF9AE}" pid="3" name="KSOProductBuildVer">
    <vt:lpwstr>1031-12.2.0.23196</vt:lpwstr>
  </property>
</Properties>
</file>